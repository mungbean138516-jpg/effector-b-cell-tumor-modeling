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08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b5 × b6 phase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Goal: test whether MDSC suppression of B (b5) shifts the long-time b6 control threshold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11556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700">
            <a:solidFill>
              <a:srgbClr val="4472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18872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</a:rPr>
              <a:t>Fixed 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11556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700">
            <a:solidFill>
              <a:srgbClr val="4472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04872" y="118872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</a:rPr>
              <a:t>10,000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11556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2F8"/>
          </a:solidFill>
          <a:ln w="12700">
            <a:solidFill>
              <a:srgbClr val="4472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42232" y="118872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</a:rPr>
              <a:t>b5 × b6 grid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Question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</a:rPr>
              <a:t>Does stronger b5 make it harder for b6 to control tumor growth?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50292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CTL formulation kept fixed.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initial condition kept fixed.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Readout: long-time tumor burden T(10000).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visual: phase-style b5 × b6 map.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4754880" cy="4251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472C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Expected interpretation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2240280"/>
            <a:ext cx="41148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b6 = B anti-tumor strength.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b5 = MDSC suppression of B.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b5 increases, B is suppressed more.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larger b6 may be needed for control.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1: b5 × b6 forms a clear long-time phase boundary</a:t>
            </a:r>
            <a:endParaRPr lang="en-US" sz="2200" dirty="0"/>
          </a:p>
        </p:txBody>
      </p:sp>
      <p:pic>
        <p:nvPicPr>
          <p:cNvPr id="4" name="Image 0" descr="/mnt/data/step3_fixed_plots_py/step3_fixed_phas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9" y="841248"/>
            <a:ext cx="7053943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143000"/>
            <a:ext cx="35661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Discrete regimes summarize long-time tumor outcome.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boundary is diagonal, not random.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b5 shifts the control region toward higher b6.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the “b5 gates b6” interpretation.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321040" y="4251960"/>
            <a:ext cx="3474720" cy="10515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472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4964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Main message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</a:rPr>
              <a:t>b5 changes how much b6 is needed for long-time tumor control.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2: stronger b5 requires larger b6 for control</a:t>
            </a:r>
            <a:endParaRPr lang="en-US" sz="2200" dirty="0"/>
          </a:p>
        </p:txBody>
      </p:sp>
      <p:pic>
        <p:nvPicPr>
          <p:cNvPr id="4" name="Image 0" descr="/mnt/data/step3_fixed_plots_py/step3_fixed_boundar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1088"/>
            <a:ext cx="7040880" cy="4555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143000"/>
            <a:ext cx="388620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point = smallest b6 with T(10000) &lt; 10^3.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increases monotonically with b5.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b5: smaller b6 is enough for control.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b5: control requires larger b6.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 b5 may exceed the scanned b6 range.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00100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</a:rPr>
              <a:t>Quantified gatekeeper effect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0100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</a:rPr>
              <a:t>This plot turns the heatmap boundary into a simple trend.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3: log tumor burden confirms the same structure</a:t>
            </a:r>
            <a:endParaRPr lang="en-US" sz="2200" dirty="0"/>
          </a:p>
        </p:txBody>
      </p:sp>
      <p:pic>
        <p:nvPicPr>
          <p:cNvPr id="4" name="Image 0" descr="/mnt/data/step3_fixed_plots_py/step3_fixed_log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49" y="841248"/>
            <a:ext cx="7053943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051560"/>
            <a:ext cx="356616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= log10(T(10000)+1).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scale avoids raw-zero color artifacts.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 line: strict control boundary T(10000)&lt;10^3.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Dashed line: looser low-tumor boundary T(10000)&lt;10^5.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boundaries move upward with b5.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32104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This is the corrected continuous heatmap; the earlier version mixed raw-T contours with a log heatmap.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4: b5 slices show the transition in a simpler 1D view</a:t>
            </a:r>
            <a:endParaRPr lang="en-US" sz="2200" dirty="0"/>
          </a:p>
        </p:txBody>
      </p:sp>
      <p:pic>
        <p:nvPicPr>
          <p:cNvPr id="4" name="Image 0" descr="/mnt/data/step3_work/step3_heatmap/step3_b5_b6_outputs/step3_selected_b5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2951"/>
            <a:ext cx="7543800" cy="48812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188720"/>
            <a:ext cx="361188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b5 slice: tumor can fall below the control line.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b5 slice: threshold shifts to larger b6.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b5 slice: tumor stays high in the scanned range.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cross-section supports the phase map and boundary plot.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8321040" y="4251960"/>
            <a:ext cx="3520440" cy="12344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472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496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4754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</a:rPr>
              <a:t>b5 suppresses B, so a larger b6 is needed to overcome that suppression.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summary: b5 is a gatekeeper for the b6 effect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Main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53035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confirms a structured b5 × b6 long-time landscape.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b5 pushes the control boundary to larger b6.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the mechanism: MDSC ⊣ B reduces B-mediated tumor control.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discrete phase map is the clearest main figure.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960120"/>
            <a:ext cx="4846320" cy="5212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472C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</a:rPr>
              <a:t>Next steps?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49440" y="1828800"/>
            <a:ext cx="4251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modeling question: up-sweep / down-sweep to test switch vs bifurcation-like behavior.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need to return to SDE?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424160" y="6510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</a:rPr>
              <a:t>Step 3 summary | 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511</Words>
  <Application>Microsoft Macintosh PowerPoint</Application>
  <PresentationFormat>Widescreen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MacLean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3 Summary</dc:title>
  <dc:subject>Step 3: b5 x b6 phase diagram</dc:subject>
  <dc:creator>Moying Li</dc:creator>
  <cp:lastModifiedBy>Selina Li</cp:lastModifiedBy>
  <cp:revision>2</cp:revision>
  <dcterms:created xsi:type="dcterms:W3CDTF">2026-04-24T16:22:36Z</dcterms:created>
  <dcterms:modified xsi:type="dcterms:W3CDTF">2026-04-24T16:30:24Z</dcterms:modified>
</cp:coreProperties>
</file>